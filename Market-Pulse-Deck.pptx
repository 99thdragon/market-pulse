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Pulse: an AI agent that turns scattered channel data into one explained weekly report. Team of three; built in Pursuit's AI-Native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not the numbers — it's the reconciling and the diagnosing. Existing tools aggregate; none explain why a metric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is a reporter, not an operator. That's a deliberate blast-radius decision, not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from the PRD: the steroid is the differentiator — explanations, not just aggregation.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available: React frontend button runs GET /report — four channels pulled, Claude writes the structured report in about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excerpt is verbatim from a real run. Note what it does NOT do: no invented numbers for empty channels, no fake week-over-week story on a first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Grading rubric moment: blast radius was designed before the code. The agent is allowed to be wrong because being wrong costs an hour, not a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from PRD section 2c — time saved, speed of decisions, and trust in the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storage is deliberately first — it's what turns the aggregator into the explainer.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differentiator in one line.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194560"/>
            <a:ext cx="6858000" cy="6858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480560"/>
            <a:ext cx="5852160" cy="5852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3575304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398264" y="1581912"/>
            <a:ext cx="578358" cy="292608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76622" y="1581912"/>
            <a:ext cx="578358" cy="438912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554980" y="1874520"/>
            <a:ext cx="473202" cy="146304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28182" y="1874520"/>
            <a:ext cx="5310378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860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PULSE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marketing report that explains why.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Erasmo Concepcion   ·   Richard Theard   ·   Rufino Morales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Pursuit AI-Native Program  — 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reporting is a manual time drain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4–14+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every week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and reconciling data from Google Ads, Meta, email, and CRM — per marketer, by hand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estimates + our own role research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57800" y="1837944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837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four silos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0" y="216712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across Google Ads, Meta, email, and CRM — every report starts with copy-paste.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3319272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2644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arrive late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0" y="3648456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campaign calls wait for the numbers, and lose their window of relevance.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57800" y="480060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4800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47457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what, never why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0" y="512978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Supermetrics, Databox, Improvado aggregate numbers — the diagnostic work is still manual.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reports — and explains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 morning, Market Pulse pulls all four channels, flags what moved beyond normal variation, and explains the likely cause in plain English.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5786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334670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schedule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3913632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 morning, unprompted — the report is waiting before the coffee 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228600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666744" y="25786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66744" y="334670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four channels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66744" y="3913632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Ads, Meta, email, CRM — via their real APIs, in a fixed order.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8816" y="25786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28816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28816" y="334670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what moved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28816" y="3913632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metric compared to last week's baseline; noise filtered out.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228600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9390888" y="25786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39088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90888" y="334670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90888" y="3913632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likely cause for every flagged metric — grounded only in the data.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 by design: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 never touches budgets, campaigns, or communications. The marketer reads, then decides.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Vitamin, painkiller, steroid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12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VITAMIN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one place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channels pulled and organized weekly, without fail. The must-have baseline.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212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PAINKILLER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spreadsheet reconciling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17720" y="36118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 does the pulling and the math across four platforms. The core pain, gone.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212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STEROID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6676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 knowing the story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66760" y="36118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metric arrives with a plain-English why. Walk into stakeholder meetings with answers, not a spreadsheet to build.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channels in, one explained report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88920" cy="932688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Mailchimp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metrics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87168" y="2112264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2487168" y="211226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2788920" cy="932688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2666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&amp; deals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87168" y="322783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32278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2788920" cy="932688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422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4714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&amp; reach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87168" y="434340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2487168" y="43434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5129784"/>
            <a:ext cx="2788920" cy="932688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578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7240" y="55869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&amp; clicks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87168" y="5458968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2487168" y="54589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20440" y="3520440"/>
            <a:ext cx="777240" cy="4572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4434840" y="2606040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32918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endpoints · one per channel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tool order · errors recorded,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skipped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06640" y="3520440"/>
            <a:ext cx="777240" cy="4572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9" name="Shape 27"/>
          <p:cNvSpPr/>
          <p:nvPr/>
        </p:nvSpPr>
        <p:spPr>
          <a:xfrm>
            <a:off x="8321040" y="26060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577072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report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77072" y="331012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sections in fixed order, then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Changed This Week”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flag with its likely cause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channels on real APIs today — Google Ads intentionally mocked until test-account access lands.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mockup — it runs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3347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18288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10712" y="263347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169164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272784" y="18288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72784" y="263347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merged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34856" y="169164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134856" y="18288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34856" y="263347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 full report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64240" cy="2834640"/>
          </a:xfrm>
          <a:prstGeom prst="roundRect">
            <a:avLst>
              <a:gd name="adj" fmla="val 3226"/>
            </a:avLst>
          </a:prstGeom>
          <a:solidFill>
            <a:srgbClr val="141B4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03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— FIRST REAL RUN, JULY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40690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(HubSpot · live):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new leads, 0 deals recorded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(Mailchimp · live):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Unavailable — 0 campaigns sent, no metrics to report”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(mock, labeled):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$2,180 spend · 3.2% CTR · 142 conversions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Week:  </a:t>
            </a:r>
            <a:pPr indent="0" marL="0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 run establishing the baseline — no week-over-week changes flagged.”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be safely wrong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a wrong explanation sends a marketer down a false trail for an hour. No money moves, no campaign changes, no customer is contacted. Fully recoverable — and every safeguard assumes the model will sometimes be wrong.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 agent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709160" y="2468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acts on budgets, campaigns, or communications — a human decides every next step.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20624" cy="42062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401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09160" y="34015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marketer confirms the report before it reaches leadership; output is never auto-sent.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334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empty states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709160" y="4334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or empty channels say “Data Unavailable” — never silently omitted, never estimated.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294376"/>
            <a:ext cx="420624" cy="42062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266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labeled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709160" y="52669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not from a real API carries a visible MOCK badge in both the API and the UI.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hr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reporting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4–14+ hours, measured by week 4 of 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&gt;70%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reviewed same-day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marketers act the Monday the report lands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&gt;80%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32104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accuracy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it moved” matches what a marketer would conclude manually, reviewed weekly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report to Monday habit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013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storage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each week's numbers so week 2 can say “open rate fell 12%” — unlocks the product's core promise.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0" y="2496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scheduling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54880" y="24963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itself every Monday morning; report delivered, not requested.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278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45920" y="32095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polish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54880" y="32095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lands in email/Slack; frontend dashboard grows with live history.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410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45920" y="39227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live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754880" y="39227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last mock for the real connector once test-account access clears.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41B4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Erasmo Concepcion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backend, connectors &amp; agent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Theard &amp; Rufino Morales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frontend &amp; product site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56032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48840"/>
            <a:ext cx="3575304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398264" y="1856232"/>
            <a:ext cx="578358" cy="292608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76622" y="1856232"/>
            <a:ext cx="578358" cy="438912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554980" y="2148840"/>
            <a:ext cx="473202" cy="146304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8182" y="2148840"/>
            <a:ext cx="5310378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report already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the story.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 — numbers with their why, every Monday morning.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github.com/99thDragon/market-pulse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2026-07-11T12:49:49Z</dcterms:created>
  <dcterms:modified xsi:type="dcterms:W3CDTF">2026-07-11T12:49:49Z</dcterms:modified>
</cp:coreProperties>
</file>